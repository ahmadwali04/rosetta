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Rosetta (working name SkillBridge) is a three-portal hiring app: Applicant, HR, Technical Lead. A LangGraph multi-agent system turns each resume into a skill profile where every claim is cited to a resume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Evidence-cited technical screening for non-technical recruiters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2B3A4C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LINE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“built ETL jobs in PySpark”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3127248"/>
            <a:ext cx="274320" cy="91"/>
          </a:xfrm>
          <a:prstGeom prst="line">
            <a:avLst/>
          </a:prstGeom>
          <a:noFill/>
          <a:ln w="15875">
            <a:solidFill>
              <a:srgbClr val="5EC4B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2743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2B3A4C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SKILL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pipelines (O*NET)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3127248"/>
            <a:ext cx="274320" cy="91"/>
          </a:xfrm>
          <a:prstGeom prst="line">
            <a:avLst/>
          </a:prstGeom>
          <a:noFill/>
          <a:ln w="15875">
            <a:solidFill>
              <a:srgbClr val="5EC4B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2743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2B3A4C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REQUIREMENT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Met, with citation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Ahmad Wali  ·  ProCogia AI Intern technical assessment  ·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2763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72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554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can’t judge technical fit, and tech leads don’t trust the shortlist, so they re-screen every applicant.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43230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5915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LangGraph system that cites every skill claim to a resume line: a fixed nine-step intake pipeline plus a routed recruiter copilot.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23697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821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1638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Intake, HR portal and copilot are built. 299 backend and 28 frontend tests pass against a fake model.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BEEDC"/>
          </a:solidFill>
          <a:ln w="9525">
            <a:solidFill>
              <a:srgbClr val="EBC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4041648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9867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396849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live-model run has completed (OpenAI quota), and the evaluation scorecard and Tech Lead portal are not built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PROBLEM AND BUSINESS VALUE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and tech leads fail each other on two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27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GAP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(HR)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tell whether “built ETL in PySpark” satisfies “experience with data pipelines”, or whether “LangChain” implies agent orchestration.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on keyword matching.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27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GAP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lead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hundreds of applicants, many keyword-stuffed. HR’s shortlist shows no reasoning or evidence.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Re-screens every applicant.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EF1F5"/>
          </a:solidFill>
          <a:ln w="9525">
            <a:solidFill>
              <a:srgbClr val="EEF1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050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filters make both gaps worse: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reject strong candidates who use different words and pass weak candidates who copy the job description.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PROBLEM AND BUSINESS VALUE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means HR can defend a shortlist and the tech lead audits it in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min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tech-lead review per candidate, instead of a full re-screen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50876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24912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claims carry a valid citation that supports them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 ≥ 0.6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between AI tier and human tier (Cohen’s kappa)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50876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31152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prompt-injection resumes flagged; no stuffed resume in Advance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for ProCogia: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is the missing Technical Screening agent next to Haigent’s sourcing and scheduling agents, built on the same principles: LangGraph, human approval gates and a full audit trail. The AI recommends; people decide.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set in the project PRD (§3, §11). They have not been measured with a live model yet; see the evaluation section.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PROBLEM AND BUSINESS VALUE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owns one checkable judgment, so a failure stays local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hidden text and flags injected instructions before any model reads the resume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extractor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01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each skill with its evidence span and depth: listed, coursework, project or production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normalizer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901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aliases to canonical skills through taxonomy RAG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matcher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00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met, partial or missing per requirement and must cite chunk IDs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761488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200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fixed, configurable weights; no LLM, so scores are reproducible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761488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explainer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200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 each verdict in plain English for a non-technical reader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large prompt would mix untrusted resume text with judgment and explanation, and leave no point at which to check a citation.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DATA, RAG AND VECTOR DATABASE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public sources and one synthetic set, each chosen for one job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2240280"/>
                <a:gridCol w="2057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chosen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ProCogia AI Intern posting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real target 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requirements, must/nice split, weights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Weights are my judgment; one job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O*NET Technology Skills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canonical skill names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 curated skills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Subset of thousands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 skills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taxonomy with synonyms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 curated skills with alt labels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Subset of thousands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 resumes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 specific tiers and attacks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Strong, different-vocabulary, stuffed, injection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real applicant distribution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REST 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evidence for Deep Verify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 users only, ≤ 10 repos, 5 s timeout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Supplements, never replaces, a resume citation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cross-checked against two Greenhouse-sourced mirrors. Taxonomy: 170 skills in data/taxonomy/skills.json.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DATA, RAG AND VECTOR DATABASE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catches exact tool names and paraphrased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81328" cy="18288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627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Section-aware, 300 tokens with 50 overlap; never crosses a section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56816" y="2377440"/>
            <a:ext cx="164592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463040"/>
            <a:ext cx="1481328" cy="18288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76856" y="16002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1627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05740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llama-text-embed-v2 (1024-d) plus sparse English vectors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39312" y="2377440"/>
            <a:ext cx="164592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2192" y="1463040"/>
            <a:ext cx="1481328" cy="18288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9352" y="16002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1627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205740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from each index, filtered to one applicant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21808" y="2377440"/>
            <a:ext cx="164592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1463040"/>
            <a:ext cx="1481328" cy="18288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41848" y="16002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1848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71616" y="1627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205740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 (k = 60), keep top 5; rerank off by default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04304" y="2377440"/>
            <a:ext cx="164592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87184" y="1463040"/>
            <a:ext cx="1481328" cy="1828800"/>
          </a:xfrm>
          <a:prstGeom prst="roundRect">
            <a:avLst>
              <a:gd name="adj" fmla="val 4938"/>
            </a:avLst>
          </a:prstGeom>
          <a:solidFill>
            <a:srgbClr val="E3F1EF"/>
          </a:solidFill>
          <a:ln w="9525">
            <a:solidFill>
              <a:srgbClr val="B7DC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24344" y="16002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24344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54112" y="1627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205740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hydrated from Postgres; the LLM must cite chunk IDs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EF1F5"/>
          </a:solidFill>
          <a:ln w="9525">
            <a:solidFill>
              <a:srgbClr val="EEF1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index catches exact tokens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“dbt”, “k8s”, “Langfuse”, version numbers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6344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EF1F5"/>
          </a:solidFill>
          <a:ln w="9525">
            <a:solidFill>
              <a:srgbClr val="EEF1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index catches paraphrase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“built ETL jobs”  ↔  “data pipelines”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Pinecone serverless indexes (dense cosine, sparse dot product) with namespaces per environment and job: taxonomy, JD, resume chunks, candidate summaries.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DATA, RAG AND VECTOR DATABASE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text is treated as untrusted; taxonomy size and parsing are the weak 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pipeline guards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and white text stripped before indexing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17-rule injection detector plus an LLM check, run before chunking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is the source of truth; Pinecone can be rebuilt from it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audit checks dense and sparse parity per namespace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 freshness wait; on timeout the matcher uses in-state chunks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BEEDC"/>
          </a:solidFill>
          <a:ln w="9525">
            <a:solidFill>
              <a:srgbClr val="EBC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is 170 curated skills, not the full O*NET and ESCO sets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detection is a keyword heuristic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 are synthetic, so no evidence on real applicants yet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 uses fake embeddings (Pinecone Local hosts no models)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weights are judgment calls that HR can edit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ARCHITECTURE, AGENT SKILLS AND WORKFLOWS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workflow: every application runs the same nine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60020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parse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0574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938528"/>
            <a:ext cx="18288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39696" y="150876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E3F1EF"/>
          </a:solidFill>
          <a:ln w="12700">
            <a:solidFill>
              <a:srgbClr val="8FCBC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160020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&amp; injection check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20574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LLM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1024" y="1938528"/>
            <a:ext cx="18288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22192" y="150876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95344" y="160020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&amp; index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0574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Pinecone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1938528"/>
            <a:ext cx="18288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04688" y="150876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E3F1EF"/>
          </a:solidFill>
          <a:ln w="12700">
            <a:solidFill>
              <a:srgbClr val="8FCBC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160020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extractor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0574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86016" y="1938528"/>
            <a:ext cx="18288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87184" y="150876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E3F1EF"/>
          </a:solidFill>
          <a:ln w="12700">
            <a:solidFill>
              <a:srgbClr val="8FCBC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0336" y="160020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normalizer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20574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taxonomy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E3F1EF"/>
          </a:solidFill>
          <a:ln w="12700">
            <a:solidFill>
              <a:srgbClr val="8FCBC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28346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matcher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3291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resume, cites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38528" y="3172968"/>
            <a:ext cx="18288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139696" y="27432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12848" y="28346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212848" y="3291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weights, no LLM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21024" y="3172968"/>
            <a:ext cx="18288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822192" y="27432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E3F1EF"/>
          </a:solidFill>
          <a:ln w="12700">
            <a:solidFill>
              <a:srgbClr val="8FCBC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95344" y="28346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explainer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895344" y="3291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03520" y="3172968"/>
            <a:ext cx="18288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504688" y="27432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0" y="28346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profile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577840" y="3291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audit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18704" y="2377440"/>
            <a:ext cx="91" cy="182880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1188720" y="2560320"/>
            <a:ext cx="6729984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2560320"/>
            <a:ext cx="91" cy="182880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7205472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= model or retrieval step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EF1F5"/>
          </a:solidFill>
          <a:ln w="9525">
            <a:solidFill>
              <a:srgbClr val="EEF1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385876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0.50 must-have + 0.20 nice-to-have + 0.15 semantic similarity + 0.15 depth − penalties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≥ 0.70 · Review 0.45–0.70 · Decline &lt; 0.45. Low confidence, injection or stuffing forces Review. Nothing is rejected automatically.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ARCHITECTURE, AGENT SKILLS AND WORKFLOWS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workflow: the copilot routes by question and branches 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606040"/>
            <a:ext cx="1051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83080" y="260604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E3F1EF"/>
          </a:solidFill>
          <a:ln w="12700">
            <a:solidFill>
              <a:srgbClr val="8FCB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83080" y="2606040"/>
            <a:ext cx="11430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(LLM router)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6060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6060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scoped evidence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2880360"/>
            <a:ext cx="27432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2880360"/>
            <a:ext cx="27432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1417320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41732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claim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297680" y="1600200"/>
            <a:ext cx="320040" cy="128016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1874520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/ rank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4297680" y="2057400"/>
            <a:ext cx="320040" cy="82296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17720" y="2331720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33172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similar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4297680" y="2514600"/>
            <a:ext cx="320040" cy="36576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2788920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skill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880360"/>
            <a:ext cx="320040" cy="9144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17720" y="3246120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324612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questions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2880360"/>
            <a:ext cx="320040" cy="54864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17720" y="3703320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 w="12700">
            <a:solidFill>
              <a:srgbClr val="EBCF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370332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status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2880360"/>
            <a:ext cx="320040" cy="100584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0" y="128016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1280160"/>
            <a:ext cx="11430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Verify (GitHub API)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V="1">
            <a:off x="5943600" y="1463040"/>
            <a:ext cx="457200" cy="73152"/>
          </a:xfrm>
          <a:prstGeom prst="line">
            <a:avLst/>
          </a:prstGeom>
          <a:noFill/>
          <a:ln w="12700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 flipV="1">
            <a:off x="5943600" y="1664208"/>
            <a:ext cx="457200" cy="27432"/>
          </a:xfrm>
          <a:prstGeom prst="line">
            <a:avLst/>
          </a:prstGeom>
          <a:noFill/>
          <a:ln w="12700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40080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&lt; 0.7, once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260604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E3F1EF"/>
          </a:solidFill>
          <a:ln w="12700">
            <a:solidFill>
              <a:srgbClr val="8FCBC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2606040"/>
            <a:ext cx="11430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check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1600200"/>
            <a:ext cx="457200" cy="128016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943600" y="2057400"/>
            <a:ext cx="457200" cy="82296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943600" y="2514600"/>
            <a:ext cx="457200" cy="36576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5943600" y="2880360"/>
            <a:ext cx="457200" cy="9144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5943600" y="2880360"/>
            <a:ext cx="457200" cy="548640"/>
          </a:xfrm>
          <a:prstGeom prst="line">
            <a:avLst/>
          </a:prstGeom>
          <a:noFill/>
          <a:ln w="952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818120" y="260604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18120" y="2606040"/>
            <a:ext cx="8686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answer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43800" y="2880360"/>
            <a:ext cx="274320" cy="91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00800" y="370332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FBEEDC"/>
          </a:solidFill>
          <a:ln w="12700">
            <a:solidFill>
              <a:srgbClr val="EBCF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0" y="3703320"/>
            <a:ext cx="8229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approves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3886200"/>
            <a:ext cx="457200" cy="45720"/>
          </a:xfrm>
          <a:prstGeom prst="line">
            <a:avLst/>
          </a:prstGeom>
          <a:noFill/>
          <a:ln w="15875">
            <a:solidFill>
              <a:srgbClr val="7B8594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7589520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interrupt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24928" y="3154680"/>
            <a:ext cx="91" cy="128016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H="1">
            <a:off x="2350008" y="4434840"/>
            <a:ext cx="5074920" cy="91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2350008" y="3154680"/>
            <a:ext cx="91" cy="128016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2514600" y="4480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Uncited claim → back to supervisor (max 2 retries), then omitted with “couldn’t verify”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3200400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chosen by the request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ARCHITECTURE, AGENT SKILLS AND WORKFLOWS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exchange typed state and call nine scoped, reusable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3154680"/>
          </a:xfrm>
          <a:prstGeom prst="roundRect">
            <a:avLst>
              <a:gd name="adj" fmla="val 2667"/>
            </a:avLst>
          </a:prstGeom>
          <a:solidFill>
            <a:srgbClr val="1F2A37"/>
          </a:solidFill>
          <a:ln w="9525">
            <a:solidFill>
              <a:srgbClr val="1F2A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23957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models: IntakeState and CopilotState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 returns a partial update; it never edits another node’s output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carry evidence, claims, confidence, warnings, steps and retries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Checkpointed in Postgres per application or copilot run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2736" y="151790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search_resume_chunks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02736" y="173736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inside one applicant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146304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51790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search_taxonomy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173736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skill lookup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10312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2736" y="215798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get_jd_requirements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3774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with weights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210312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215798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get_candidate_profile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237744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profile for one job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274320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02736" y="279806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rank_pool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02736" y="301752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ranking inputs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08192" y="274320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6208" y="279806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find_similar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36208" y="301752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via summary vectors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38328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02736" y="34381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validate_citations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602736" y="365760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chunk IDs in Postgres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08192" y="3383280"/>
            <a:ext cx="24871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34381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github_profile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365760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repos and languages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402336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BEEDC"/>
          </a:solidFill>
          <a:ln w="9525">
            <a:solidFill>
              <a:srgbClr val="EBCF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02736" y="40782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update_status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02736" y="42976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tool: needs HR approval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ARCHITECTURE, AGENT SKILLS AND WORKFLOWS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loop has a hard stop, and every failure is recorded somewhere visible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971800"/>
                <a:gridCol w="2606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system does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Stopping condition or 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Verifier confidence below 0.7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Verify calls GitHub, then re-verifies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most one Deep Verify per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cites an unprovided chunk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Grounding rejects it; back to supervisor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2 retries, then omitted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cites one candidate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dropped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cite at least two candidates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Pinecone upsert fails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retries with backoff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Marked failed; copilot uses Postgres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Vectors not searchable after 15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Matcher uses chunks held in graph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flagged for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or parsing error in intake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catches it and keeps polling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intake_failed status plus an audit event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 to change a 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 interrupt pauses the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Resumes only when HR decides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recursion limit is 60 steps. Every graph run, label change and confirmation writes an events row.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MODEL SELECTION AND CONTEXT MANAGEMENT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at temperature 0, behind a swappable provider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model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straight into Pydantic models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makes 10 matcher calls per resume alone, so a small model keeps cost per resume low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keeps scores repeatable across reruns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app/llm is the only code that imports a provider SDK; an Anthropic provider is stubbed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463040"/>
            <a:ext cx="1920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82312" y="1572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782312" y="21214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of evidence per requirement, after fusing two top-20 lists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463040"/>
            <a:ext cx="1920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39712" y="1572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839712" y="21214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maximum in a copilot answer, split evenly across candidates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081528"/>
            <a:ext cx="1920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2312" y="31912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782312" y="373989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maximum in pool-level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081528"/>
            <a:ext cx="1920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9712" y="31912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373989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of chat history: each question is a fresh, checkpointed run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Resume, GitHub and user text go in delimited data blocks in the user turn, never in the system prompt.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MODEL SELECTION AND CONTEXT MANAGEMENT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 per requirement uses 8× the input tokens of a single combined call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One call per requirement (current)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278223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35423" y="2057400"/>
            <a:ext cx="1653697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22782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7,460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35423" y="2057400"/>
            <a:ext cx="16536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5,415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12,875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88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One combined call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27822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022" y="3108960"/>
            <a:ext cx="263248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971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6459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794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 instructions (746 tokens each call)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069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+ resume evidence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353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tokens for one resume against 10 requirements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12,875 vs 1,608 tokens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187452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gives each verdict its own top-5 evidence; B lets citations drift between requirements. To be measured by matcher F1.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makes 10 sequential calls; B makes one.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 of A is the same 746-token instructions sent 10 times. Prompt caching would remove most of it.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for auditable per-requirement citations; add caching.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with tiktoken (cl100k_base) on the strong.txt test resume and 10 seeded requirements. Quality and latency not yet measured live.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EVALUATION AND HALLUCINATION HANDLING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 backend and 28 frontend tests pass; the live-model scorecard is not built yet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57276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tests (pytest)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32888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4261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4261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tests (vitest)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02736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1246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71246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smoke runs on real Postgres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(PRD §11)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extraction 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 matching macro-F1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Groundedness of claims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tested; not scored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 resumes flagged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 caught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router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0.90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Name/school swap score delta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0.03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intake latency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30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use a fake model and in-memory vectors: they check logic, not model quality. The golden set and make eval are milestone M5.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EVALUATION AND HALLUCINATION HANDLING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cover success, ambiguity, missing evidence, attacks and one real failure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514600"/>
                <a:gridCol w="2240280"/>
                <a:gridCol w="18745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strong.txt test resume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Cited verdicts, no flags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vocabulary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resume in other 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false injection flag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Ambiguous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change asked at pool scope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bulk write; warning returned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information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“Find similar” with no peer 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claims, no model 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“Ignore all previous instructions…”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Flagged and forced to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stuffing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Bare skills list copied from the JD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Forced to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real OpenAI intake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 completed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Failed: insufficient_quota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failure was handled as designed: status set to intake_failed, an audit event written, and the worker kept running.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EVALUATION AND HALLUCINATION HANDLING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claims are verified, retried, withheld or escalated, never shown as fact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926080" cy="3154680"/>
          </a:xfrm>
          <a:prstGeom prst="roundRect">
            <a:avLst>
              <a:gd name="adj" fmla="val 2500"/>
            </a:avLst>
          </a:prstGeom>
          <a:solidFill>
            <a:srgbClr val="FBEEDC"/>
          </a:solidFill>
          <a:ln w="9525">
            <a:solidFill>
              <a:srgbClr val="EBCF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arise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2606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cites a chunk it was never given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has no citation at all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rests on one candidate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text tries to instruct the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1463040"/>
            <a:ext cx="5074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67328" y="163677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673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15727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5361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chunk ID is resolved against Postgres for this job and scope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2267712"/>
            <a:ext cx="5074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7328" y="244144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377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3408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status request without a selected candidate returns a warning, not an 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3072384"/>
            <a:ext cx="5074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67328" y="324612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67328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318211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145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2 failed retries, unsupported claims are omitted with “couldn’t verify”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11880" y="3877056"/>
            <a:ext cx="5074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67328" y="40507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67328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98678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950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calls GitHub Deep Verify; every status change waits for HR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INFRASTRUCTURE AND TRADE-OFFS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Docker Compose stack on Pinecone’s free tier keeps the demo cheap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17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web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Applicant, HR and Tech Lead portals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57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api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77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Validates, enqueues, streams SSE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7980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17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3 s, runs both graphs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438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16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Records, chunks, audit, checkpoints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EEF1F5"/>
          </a:solidFill>
          <a:ln w="9525">
            <a:solidFill>
              <a:srgbClr val="C9D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078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+ OpenAI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297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Dense/sparse indexes, us-east-1; LLM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4592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the choice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store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Pinecone + Postgres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 write; needs audit and reindex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runner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Polling worker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pickup; nothing extra to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App-side via Pinecone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call per batch; same path in tests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 by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Kept only if the ablation shows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public URL; no hosting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production: managed Postgres, a queue with autoscaled workers, Langfuse tracing, real authentication and a retention policy for resume data.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LIVE DEMO AND LESSONS LEARNED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one success path and one uncertainty path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path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02082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uploads a strong resume to the ProCogia posting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791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6426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runs all nine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0098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2644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opens the checklist; each citation highlights its resume 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92277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886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Copilot: “Compare the top 3 on evaluation experience” takes the compare route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BEEDC"/>
          </a:solidFill>
          <a:ln w="9525">
            <a:solidFill>
              <a:srgbClr val="EBC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and failure path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92040" y="2057400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76672" y="202082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resume is flagged and forced to 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679192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76672" y="26426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“Does this candidate really know RAG?” has low confidence, so Deep Verify checks GitHub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300984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76672" y="32644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rejects an uncited claim, retries, then says “couldn’t verify”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922776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76672" y="3886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“Reject this candidate” pauses until HR approves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live-model demo needs OpenAI credits; without them, the smoke runs exercise the same graphs with a fake model.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LIVE DEMO AND LESSONS LEARNED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invariants held up; the live model path should have been tested on day 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as a hard rule: uncited claims never reach the UI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model and in-memory vectors made 299 tests run in 2 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first, so Pinecone can always be rebuilt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didn’t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116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OpenAI run failed on quota, found late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exhaustion corrupted the Docker Postgres volume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coding agents made unrequested commits and overwrote 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116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real end-to-end call before building on top of it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invariants down before the code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parallel agents separate files and fix shared contracts first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LIMITATIONS AND NEXT STEPS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evaluation comes first, then production hardening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3154680"/>
          </a:xfrm>
          <a:prstGeom prst="roundRect">
            <a:avLst>
              <a:gd name="adj" fmla="val 2319"/>
            </a:avLst>
          </a:prstGeom>
          <a:solidFill>
            <a:srgbClr val="FBEEDC"/>
          </a:solidFill>
          <a:ln w="9525">
            <a:solidFill>
              <a:srgbClr val="EBCF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3291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live-model quality evidence yet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resumes and a 170-skill taxonomy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(name and school swaps) untested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role switcher, not real authentication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text is sent to Pinecone and OpenAI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481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steps, in order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90195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credits; label 30–50 resumes and set the eval baseline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Tech Lead portal: rubric, comments, invite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281635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Langfuse traces and cost per resume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327355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full O*NET and ESCO; add licensed real resumes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373075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and the rerank ablation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418795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auth, queue-based workers, data retention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3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recommends, with citations. People decide.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setta">
  <a:themeElements>
    <a:clrScheme name="Rosetta">
      <a:dk1>
        <a:srgbClr val="1F2A37"/>
      </a:dk1>
      <a:lt1>
        <a:srgbClr val="FFFFFF"/>
      </a:lt1>
      <a:dk2>
        <a:srgbClr val="374151"/>
      </a:dk2>
      <a:lt2>
        <a:srgbClr val="F7F8FA"/>
      </a:lt2>
      <a:accent1>
        <a:srgbClr val="0F766E"/>
      </a:accent1>
      <a:accent2>
        <a:srgbClr val="B45309"/>
      </a:accent2>
      <a:accent3>
        <a:srgbClr val="64748B"/>
      </a:accent3>
      <a:accent4>
        <a:srgbClr val="94A3B8"/>
      </a:accent4>
      <a:accent5>
        <a:srgbClr val="0E7490"/>
      </a:accent5>
      <a:accent6>
        <a:srgbClr val="A16207"/>
      </a:accent6>
      <a:hlink>
        <a:srgbClr val="0F766E"/>
      </a:hlink>
      <a:folHlink>
        <a:srgbClr val="115E59"/>
      </a:folHlink>
    </a:clrScheme>
    <a:fontScheme name="Roset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Rosetta: evidence-cited technical screening</dc:title>
  <dc:subject>PptxGenJS Presentation</dc:subject>
  <dc:creator>Ahmad Wali</dc:creator>
  <cp:lastModifiedBy>Ahmad Wali</cp:lastModifiedBy>
  <cp:revision>1</cp:revision>
  <dcterms:created xsi:type="dcterms:W3CDTF">2026-10-23T18:11:19Z</dcterms:created>
  <dcterms:modified xsi:type="dcterms:W3CDTF">2026-10-23T18:11:19Z</dcterms:modified>
</cp:coreProperties>
</file>